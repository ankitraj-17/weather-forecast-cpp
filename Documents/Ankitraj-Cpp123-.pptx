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0" r:id="rId4"/>
    <p:sldId id="259" r:id="rId5"/>
    <p:sldId id="261" r:id="rId6"/>
    <p:sldId id="258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EC89EA-6E4F-046C-7724-981C58DFD1CE}" v="69" dt="2026-03-08T12:23:50.0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11331920-0A08-9675-A333-E0B723DD9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CC54931E-BDC9-F2FB-AEBA-181C3687D1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450885BB-9243-1FFA-4782-E33073FFF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459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F3413B8-E6AE-529A-EE5C-CF7E30B11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99D9C23C-5C27-9523-720D-D3A99E65E4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20B5C3ED-E280-75D5-F2A3-C5511CBCC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1688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388A93A-BA00-6DE3-9908-E81147A6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827143B4-7782-41C2-08FA-CF66E3CC3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DBA49284-E06B-5FFF-36FA-D4BBCDFCC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9183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GB" b="1" dirty="0">
                <a:solidFill>
                  <a:schemeClr val="lt1"/>
                </a:solidFill>
              </a:rPr>
              <a:t>Weather </a:t>
            </a:r>
            <a:r>
              <a:rPr lang="en-GB" b="1">
                <a:solidFill>
                  <a:schemeClr val="lt1"/>
                </a:solidFill>
              </a:rPr>
              <a:t>Forecast Simulation(C++)</a:t>
            </a:r>
            <a:endParaRPr lang="en-GB" b="1" dirty="0">
              <a:solidFill>
                <a:schemeClr val="lt1"/>
              </a:solidFill>
            </a:endParaRPr>
          </a:p>
          <a:p>
            <a:pPr marL="0" indent="0"/>
            <a:r>
              <a:rPr lang="en-GB" sz="1050" b="1" dirty="0">
                <a:solidFill>
                  <a:schemeClr val="lt1"/>
                </a:solidFill>
              </a:rPr>
              <a:t>By </a:t>
            </a:r>
            <a:r>
              <a:rPr lang="en-GB" sz="1050" b="1" dirty="0" err="1">
                <a:solidFill>
                  <a:schemeClr val="lt1"/>
                </a:solidFill>
              </a:rPr>
              <a:t>Ankitraj</a:t>
            </a:r>
            <a:r>
              <a:rPr lang="en-GB" sz="1050" b="1" dirty="0">
                <a:solidFill>
                  <a:schemeClr val="lt1"/>
                </a:solidFill>
              </a:rPr>
              <a:t> Jha </a:t>
            </a: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body" idx="4294967295"/>
          </p:nvPr>
        </p:nvSpPr>
        <p:spPr>
          <a:xfrm>
            <a:off x="0" y="1152525"/>
            <a:ext cx="8521700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sz="1000"/>
              <a:t>.</a:t>
            </a:r>
            <a:endParaRPr lang="en-US"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488B2-D0E2-F7EE-1BDF-2B61E10661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76" r="4262"/>
          <a:stretch>
            <a:fillRect/>
          </a:stretch>
        </p:blipFill>
        <p:spPr>
          <a:xfrm>
            <a:off x="1861" y="-14169"/>
            <a:ext cx="7321836" cy="51576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A819C578-1D70-9E2B-CFB4-5CCA9A57A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A352A29C-4347-AE11-3691-82DECBD8D7D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152525"/>
            <a:ext cx="8521700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/>
              <a:t>.</a:t>
            </a:r>
            <a:endParaRPr lang="en-US" sz="1000"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012F6594-CB3D-E5F5-A955-4D7D70016B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388AE68-45F1-FBEF-C2B5-EBA2E862E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1511"/>
            <a:ext cx="7689273" cy="504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0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DAAF6049-EB89-E006-9B43-4B5F8644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3A02DD44-E87F-C56B-BE7E-C913EC3F16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10CEE0-555B-DAB6-8F69-CC7115D69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370"/>
            <a:ext cx="7736505" cy="51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18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49B25D20-47D9-EBA6-3242-E802F575C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39E68C50-8E6C-E180-9D86-520F77D2597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0" y="1152525"/>
            <a:ext cx="8521700" cy="34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000"/>
              <a:t>.</a:t>
            </a:r>
            <a:endParaRPr lang="en-US" sz="1000"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6BB925AB-6443-85FA-67AF-7D149ECFCB4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B1E17CB-EE9C-3EE3-A36B-E3451CFC28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62" r="6629"/>
          <a:stretch>
            <a:fillRect/>
          </a:stretch>
        </p:blipFill>
        <p:spPr>
          <a:xfrm>
            <a:off x="12143" y="0"/>
            <a:ext cx="700084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6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50</cp:revision>
  <dcterms:modified xsi:type="dcterms:W3CDTF">2026-03-08T12:24:51Z</dcterms:modified>
</cp:coreProperties>
</file>