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A26C11-B73E-D7A4-146E-4C90088B6177}" v="155" dt="2026-03-07T18:24:01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4A821BC-FBFF-B95F-3F33-529379A1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6D0678D2-E7C2-D498-3758-B8EBD1A9C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94C2C0DA-08AA-7C74-8DB4-465992486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2651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3B4D957-E753-77C7-51D6-58630F9E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922E12A-6170-0171-2566-3BEF85ABB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758D03D3-5EE8-BFE3-D977-3E10275974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991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6FFD070-9606-219C-CB76-8BE6722B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5F534ED2-930A-4964-48A3-BE8B893EB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FB4F54F-8EEC-C560-248A-FFED21C03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033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b="1">
                <a:solidFill>
                  <a:schemeClr val="lt1"/>
                </a:solidFill>
              </a:rPr>
              <a:t>Weather Forecast S</a:t>
            </a:r>
            <a:r>
              <a:rPr lang="en-GB" b="1" dirty="0">
                <a:solidFill>
                  <a:schemeClr val="lt1"/>
                </a:solidFill>
              </a:rPr>
              <a:t>imulation(C++)</a:t>
            </a:r>
          </a:p>
          <a:p>
            <a:pPr marL="0" indent="0"/>
            <a:r>
              <a:rPr lang="en-GB" sz="1050" b="1" dirty="0">
                <a:solidFill>
                  <a:schemeClr val="lt1"/>
                </a:solidFill>
              </a:rPr>
              <a:t>By </a:t>
            </a:r>
            <a:r>
              <a:rPr lang="en-GB" sz="1050" b="1" dirty="0" err="1">
                <a:solidFill>
                  <a:schemeClr val="lt1"/>
                </a:solidFill>
              </a:rPr>
              <a:t>Ankitraj</a:t>
            </a:r>
            <a:r>
              <a:rPr lang="en-GB" sz="1050" b="1" dirty="0">
                <a:solidFill>
                  <a:schemeClr val="lt1"/>
                </a:solidFill>
              </a:rPr>
              <a:t> Jha</a:t>
            </a:r>
            <a:r>
              <a:rPr lang="en-GB" sz="800" b="1" dirty="0">
                <a:solidFill>
                  <a:schemeClr val="lt1"/>
                </a:solidFill>
              </a:rPr>
              <a:t> </a:t>
            </a: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5926" y="4223708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668B5F4-EFD8-6C4A-F5BB-2EBADFDF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368AE41-4F3C-674D-497E-B9B72AACA70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5926" y="4223708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4530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375E1EF1-3403-948A-3435-708164EFB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F9BAAABC-A03D-2170-0493-B80709CDBB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5926" y="4223708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124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t="-1000" b="-1000"/>
          </a:stretch>
        </a:blip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47BBB64-D6D8-B34A-6D8C-9A1F3355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ED18DB0D-C708-D812-16D5-75AE80EE6F0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5926" y="4223708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826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85</cp:revision>
  <dcterms:modified xsi:type="dcterms:W3CDTF">2026-03-07T18:24:52Z</dcterms:modified>
</cp:coreProperties>
</file>